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3"/>
  </p:notesMasterIdLst>
  <p:sldIdLst>
    <p:sldId id="256" r:id="rId2"/>
    <p:sldId id="264" r:id="rId3"/>
    <p:sldId id="257" r:id="rId4"/>
    <p:sldId id="265" r:id="rId5"/>
    <p:sldId id="266" r:id="rId6"/>
    <p:sldId id="259" r:id="rId7"/>
    <p:sldId id="258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423EB-8BF0-5202-84F5-E13179BBCCB6}" v="125" dt="2025-04-29T16:09:33.934"/>
    <p1510:client id="{9BDE9174-E642-496B-B86E-444A0F321BD6}" v="277" dt="2025-04-29T16:18:14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sy McCain" userId="b21b992a-f414-4f46-8d04-28776e8c4590" providerId="ADAL" clId="{9BDE9174-E642-496B-B86E-444A0F321BD6}"/>
    <pc:docChg chg="undo custSel modSld sldOrd">
      <pc:chgData name="Chrissy McCain" userId="b21b992a-f414-4f46-8d04-28776e8c4590" providerId="ADAL" clId="{9BDE9174-E642-496B-B86E-444A0F321BD6}" dt="2025-04-29T16:18:14.993" v="276"/>
      <pc:docMkLst>
        <pc:docMk/>
      </pc:docMkLst>
      <pc:sldChg chg="ord">
        <pc:chgData name="Chrissy McCain" userId="b21b992a-f414-4f46-8d04-28776e8c4590" providerId="ADAL" clId="{9BDE9174-E642-496B-B86E-444A0F321BD6}" dt="2025-04-29T16:18:14.993" v="276"/>
        <pc:sldMkLst>
          <pc:docMk/>
          <pc:sldMk cId="339366330" sldId="259"/>
        </pc:sldMkLst>
      </pc:sldChg>
      <pc:sldChg chg="addSp modSp">
        <pc:chgData name="Chrissy McCain" userId="b21b992a-f414-4f46-8d04-28776e8c4590" providerId="ADAL" clId="{9BDE9174-E642-496B-B86E-444A0F321BD6}" dt="2025-04-29T16:12:06.225" v="46"/>
        <pc:sldMkLst>
          <pc:docMk/>
          <pc:sldMk cId="2492511820" sldId="265"/>
        </pc:sldMkLst>
        <pc:spChg chg="add mod">
          <ac:chgData name="Chrissy McCain" userId="b21b992a-f414-4f46-8d04-28776e8c4590" providerId="ADAL" clId="{9BDE9174-E642-496B-B86E-444A0F321BD6}" dt="2025-04-29T16:12:06.225" v="46"/>
          <ac:spMkLst>
            <pc:docMk/>
            <pc:sldMk cId="2492511820" sldId="265"/>
            <ac:spMk id="3" creationId="{FD133888-25B8-8DB7-B8EE-DB84D0776BB3}"/>
          </ac:spMkLst>
        </pc:spChg>
      </pc:sldChg>
      <pc:sldChg chg="addSp delSp modSp mod">
        <pc:chgData name="Chrissy McCain" userId="b21b992a-f414-4f46-8d04-28776e8c4590" providerId="ADAL" clId="{9BDE9174-E642-496B-B86E-444A0F321BD6}" dt="2025-04-29T16:17:50.863" v="274" actId="1076"/>
        <pc:sldMkLst>
          <pc:docMk/>
          <pc:sldMk cId="3986339403" sldId="266"/>
        </pc:sldMkLst>
        <pc:spChg chg="mod">
          <ac:chgData name="Chrissy McCain" userId="b21b992a-f414-4f46-8d04-28776e8c4590" providerId="ADAL" clId="{9BDE9174-E642-496B-B86E-444A0F321BD6}" dt="2025-04-29T16:17:50.863" v="274" actId="1076"/>
          <ac:spMkLst>
            <pc:docMk/>
            <pc:sldMk cId="3986339403" sldId="266"/>
            <ac:spMk id="2" creationId="{ED9ED2DB-A8A1-ECAE-C789-D5F45DD83663}"/>
          </ac:spMkLst>
        </pc:spChg>
        <pc:spChg chg="add del mod">
          <ac:chgData name="Chrissy McCain" userId="b21b992a-f414-4f46-8d04-28776e8c4590" providerId="ADAL" clId="{9BDE9174-E642-496B-B86E-444A0F321BD6}" dt="2025-04-29T16:12:00.198" v="45" actId="478"/>
          <ac:spMkLst>
            <pc:docMk/>
            <pc:sldMk cId="3986339403" sldId="266"/>
            <ac:spMk id="3" creationId="{5508F0B1-2B3C-1A47-6BFF-C742683A0198}"/>
          </ac:spMkLst>
        </pc:spChg>
        <pc:spChg chg="add mod">
          <ac:chgData name="Chrissy McCain" userId="b21b992a-f414-4f46-8d04-28776e8c4590" providerId="ADAL" clId="{9BDE9174-E642-496B-B86E-444A0F321BD6}" dt="2025-04-29T16:15:40.379" v="272" actId="1076"/>
          <ac:spMkLst>
            <pc:docMk/>
            <pc:sldMk cId="3986339403" sldId="266"/>
            <ac:spMk id="6" creationId="{FCB6C594-F8AA-C9FE-67B2-48BD7AF75787}"/>
          </ac:spMkLst>
        </pc:spChg>
        <pc:spChg chg="add mod">
          <ac:chgData name="Chrissy McCain" userId="b21b992a-f414-4f46-8d04-28776e8c4590" providerId="ADAL" clId="{9BDE9174-E642-496B-B86E-444A0F321BD6}" dt="2025-04-29T16:15:15.909" v="254" actId="1076"/>
          <ac:spMkLst>
            <pc:docMk/>
            <pc:sldMk cId="3986339403" sldId="266"/>
            <ac:spMk id="7" creationId="{0F8B8E2F-371C-FB98-ED86-5D3EBB2EC525}"/>
          </ac:spMkLst>
        </pc:spChg>
        <pc:picChg chg="mod modCrop">
          <ac:chgData name="Chrissy McCain" userId="b21b992a-f414-4f46-8d04-28776e8c4590" providerId="ADAL" clId="{9BDE9174-E642-496B-B86E-444A0F321BD6}" dt="2025-04-29T16:11:41.664" v="39" actId="1038"/>
          <ac:picMkLst>
            <pc:docMk/>
            <pc:sldMk cId="3986339403" sldId="266"/>
            <ac:picMk id="4" creationId="{A9B649ED-03CE-4AD8-E5FC-91D474BCBF8B}"/>
          </ac:picMkLst>
        </pc:picChg>
        <pc:picChg chg="mod modCrop">
          <ac:chgData name="Chrissy McCain" userId="b21b992a-f414-4f46-8d04-28776e8c4590" providerId="ADAL" clId="{9BDE9174-E642-496B-B86E-444A0F321BD6}" dt="2025-04-29T16:16:59.612" v="273" actId="1038"/>
          <ac:picMkLst>
            <pc:docMk/>
            <pc:sldMk cId="3986339403" sldId="266"/>
            <ac:picMk id="5" creationId="{1C2B91CB-47C2-B3EF-5A50-664069458093}"/>
          </ac:picMkLst>
        </pc:picChg>
      </pc:sldChg>
    </pc:docChg>
  </pc:docChgLst>
  <pc:docChgLst>
    <pc:chgData name="Chrissy McCain" userId="S::chrissy.mccain1@azwestern.edu::b21b992a-f414-4f46-8d04-28776e8c4590" providerId="AD" clId="Web-{219423EB-8BF0-5202-84F5-E13179BBCCB6}"/>
    <pc:docChg chg="addSld modSld sldOrd">
      <pc:chgData name="Chrissy McCain" userId="S::chrissy.mccain1@azwestern.edu::b21b992a-f414-4f46-8d04-28776e8c4590" providerId="AD" clId="Web-{219423EB-8BF0-5202-84F5-E13179BBCCB6}" dt="2025-04-29T16:09:33.934" v="119" actId="14100"/>
      <pc:docMkLst>
        <pc:docMk/>
      </pc:docMkLst>
      <pc:sldChg chg="addSp delSp modSp new ord">
        <pc:chgData name="Chrissy McCain" userId="S::chrissy.mccain1@azwestern.edu::b21b992a-f414-4f46-8d04-28776e8c4590" providerId="AD" clId="Web-{219423EB-8BF0-5202-84F5-E13179BBCCB6}" dt="2025-04-29T16:08:31.825" v="105"/>
        <pc:sldMkLst>
          <pc:docMk/>
          <pc:sldMk cId="2492511820" sldId="265"/>
        </pc:sldMkLst>
        <pc:spChg chg="mod">
          <ac:chgData name="Chrissy McCain" userId="S::chrissy.mccain1@azwestern.edu::b21b992a-f414-4f46-8d04-28776e8c4590" providerId="AD" clId="Web-{219423EB-8BF0-5202-84F5-E13179BBCCB6}" dt="2025-04-29T16:02:03.576" v="16" actId="20577"/>
          <ac:spMkLst>
            <pc:docMk/>
            <pc:sldMk cId="2492511820" sldId="265"/>
            <ac:spMk id="2" creationId="{E6210511-91BE-8604-3D27-D7B43EBFC42B}"/>
          </ac:spMkLst>
        </pc:spChg>
        <pc:spChg chg="del">
          <ac:chgData name="Chrissy McCain" userId="S::chrissy.mccain1@azwestern.edu::b21b992a-f414-4f46-8d04-28776e8c4590" providerId="AD" clId="Web-{219423EB-8BF0-5202-84F5-E13179BBCCB6}" dt="2025-04-29T16:01:08.936" v="1"/>
          <ac:spMkLst>
            <pc:docMk/>
            <pc:sldMk cId="2492511820" sldId="265"/>
            <ac:spMk id="3" creationId="{5513197C-7938-4E48-6F6B-5554BC05DB0A}"/>
          </ac:spMkLst>
        </pc:spChg>
        <pc:spChg chg="add mod">
          <ac:chgData name="Chrissy McCain" userId="S::chrissy.mccain1@azwestern.edu::b21b992a-f414-4f46-8d04-28776e8c4590" providerId="AD" clId="Web-{219423EB-8BF0-5202-84F5-E13179BBCCB6}" dt="2025-04-29T16:07:36.731" v="104" actId="14100"/>
          <ac:spMkLst>
            <pc:docMk/>
            <pc:sldMk cId="2492511820" sldId="265"/>
            <ac:spMk id="6" creationId="{7FD69458-B570-EFCE-9F09-792D557EC102}"/>
          </ac:spMkLst>
        </pc:spChg>
        <pc:picChg chg="add mod ord modCrop">
          <ac:chgData name="Chrissy McCain" userId="S::chrissy.mccain1@azwestern.edu::b21b992a-f414-4f46-8d04-28776e8c4590" providerId="AD" clId="Web-{219423EB-8BF0-5202-84F5-E13179BBCCB6}" dt="2025-04-29T16:01:43.311" v="8" actId="14100"/>
          <ac:picMkLst>
            <pc:docMk/>
            <pc:sldMk cId="2492511820" sldId="265"/>
            <ac:picMk id="4" creationId="{20DDED04-CD58-77C9-19C0-08F7FA83D792}"/>
          </ac:picMkLst>
        </pc:picChg>
      </pc:sldChg>
      <pc:sldChg chg="addSp delSp modSp new">
        <pc:chgData name="Chrissy McCain" userId="S::chrissy.mccain1@azwestern.edu::b21b992a-f414-4f46-8d04-28776e8c4590" providerId="AD" clId="Web-{219423EB-8BF0-5202-84F5-E13179BBCCB6}" dt="2025-04-29T16:09:33.934" v="119" actId="14100"/>
        <pc:sldMkLst>
          <pc:docMk/>
          <pc:sldMk cId="3986339403" sldId="266"/>
        </pc:sldMkLst>
        <pc:spChg chg="mod">
          <ac:chgData name="Chrissy McCain" userId="S::chrissy.mccain1@azwestern.edu::b21b992a-f414-4f46-8d04-28776e8c4590" providerId="AD" clId="Web-{219423EB-8BF0-5202-84F5-E13179BBCCB6}" dt="2025-04-29T16:08:42.325" v="113" actId="20577"/>
          <ac:spMkLst>
            <pc:docMk/>
            <pc:sldMk cId="3986339403" sldId="266"/>
            <ac:spMk id="2" creationId="{ED9ED2DB-A8A1-ECAE-C789-D5F45DD83663}"/>
          </ac:spMkLst>
        </pc:spChg>
        <pc:spChg chg="del">
          <ac:chgData name="Chrissy McCain" userId="S::chrissy.mccain1@azwestern.edu::b21b992a-f414-4f46-8d04-28776e8c4590" providerId="AD" clId="Web-{219423EB-8BF0-5202-84F5-E13179BBCCB6}" dt="2025-04-29T16:08:47.825" v="114"/>
          <ac:spMkLst>
            <pc:docMk/>
            <pc:sldMk cId="3986339403" sldId="266"/>
            <ac:spMk id="3" creationId="{DFC918DC-E81D-D0F2-E642-4F5EB7107A27}"/>
          </ac:spMkLst>
        </pc:spChg>
        <pc:picChg chg="add mod ord">
          <ac:chgData name="Chrissy McCain" userId="S::chrissy.mccain1@azwestern.edu::b21b992a-f414-4f46-8d04-28776e8c4590" providerId="AD" clId="Web-{219423EB-8BF0-5202-84F5-E13179BBCCB6}" dt="2025-04-29T16:09:33.934" v="119" actId="14100"/>
          <ac:picMkLst>
            <pc:docMk/>
            <pc:sldMk cId="3986339403" sldId="266"/>
            <ac:picMk id="4" creationId="{A9B649ED-03CE-4AD8-E5FC-91D474BCBF8B}"/>
          </ac:picMkLst>
        </pc:picChg>
        <pc:picChg chg="add mod">
          <ac:chgData name="Chrissy McCain" userId="S::chrissy.mccain1@azwestern.edu::b21b992a-f414-4f46-8d04-28776e8c4590" providerId="AD" clId="Web-{219423EB-8BF0-5202-84F5-E13179BBCCB6}" dt="2025-04-29T16:09:28.387" v="117" actId="1076"/>
          <ac:picMkLst>
            <pc:docMk/>
            <pc:sldMk cId="3986339403" sldId="266"/>
            <ac:picMk id="5" creationId="{1C2B91CB-47C2-B3EF-5A50-66406945809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B5C27C-04CB-45F3-85D1-BF2B46D2006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AD46459-FB15-4E54-A829-DBA0C5F5144C}">
      <dgm:prSet/>
      <dgm:spPr/>
      <dgm:t>
        <a:bodyPr/>
        <a:lstStyle/>
        <a:p>
          <a:r>
            <a:rPr lang="en-US"/>
            <a:t>Inflammation of the appendix</a:t>
          </a:r>
        </a:p>
      </dgm:t>
    </dgm:pt>
    <dgm:pt modelId="{B87C1024-6B98-42B6-B3C9-1CD7679B54AF}" type="parTrans" cxnId="{5EAC7D4C-0F8B-43F0-8AAF-FF845B37223C}">
      <dgm:prSet/>
      <dgm:spPr/>
      <dgm:t>
        <a:bodyPr/>
        <a:lstStyle/>
        <a:p>
          <a:endParaRPr lang="en-US"/>
        </a:p>
      </dgm:t>
    </dgm:pt>
    <dgm:pt modelId="{92532728-F17D-4A5A-A093-4344633958C6}" type="sibTrans" cxnId="{5EAC7D4C-0F8B-43F0-8AAF-FF845B37223C}">
      <dgm:prSet/>
      <dgm:spPr/>
      <dgm:t>
        <a:bodyPr/>
        <a:lstStyle/>
        <a:p>
          <a:endParaRPr lang="en-US"/>
        </a:p>
      </dgm:t>
    </dgm:pt>
    <dgm:pt modelId="{8E4B1193-34A7-4C83-9029-A439432D2F96}">
      <dgm:prSet/>
      <dgm:spPr/>
      <dgm:t>
        <a:bodyPr/>
        <a:lstStyle/>
        <a:p>
          <a:r>
            <a:rPr lang="en-US"/>
            <a:t>Caused by obstruction of fecal matter</a:t>
          </a:r>
        </a:p>
      </dgm:t>
    </dgm:pt>
    <dgm:pt modelId="{CF0A61D1-14A0-4784-ABEF-299D96D63F52}" type="parTrans" cxnId="{5AD8BB59-AEA7-498D-8E10-DD11E6E54804}">
      <dgm:prSet/>
      <dgm:spPr/>
      <dgm:t>
        <a:bodyPr/>
        <a:lstStyle/>
        <a:p>
          <a:endParaRPr lang="en-US"/>
        </a:p>
      </dgm:t>
    </dgm:pt>
    <dgm:pt modelId="{D58DBA73-F86F-4CC5-9662-C24A68E199C8}" type="sibTrans" cxnId="{5AD8BB59-AEA7-498D-8E10-DD11E6E54804}">
      <dgm:prSet/>
      <dgm:spPr/>
      <dgm:t>
        <a:bodyPr/>
        <a:lstStyle/>
        <a:p>
          <a:endParaRPr lang="en-US"/>
        </a:p>
      </dgm:t>
    </dgm:pt>
    <dgm:pt modelId="{17452454-66D0-40BF-BC77-D4D60E55B750}">
      <dgm:prSet/>
      <dgm:spPr/>
      <dgm:t>
        <a:bodyPr/>
        <a:lstStyle/>
        <a:p>
          <a:r>
            <a:rPr lang="en-US"/>
            <a:t>If untreated, </a:t>
          </a:r>
        </a:p>
      </dgm:t>
    </dgm:pt>
    <dgm:pt modelId="{EF9E7189-964F-42F9-8905-DBB30BDE4FD2}" type="parTrans" cxnId="{AC0690A6-C33D-4891-97D7-FB037BEEC739}">
      <dgm:prSet/>
      <dgm:spPr/>
      <dgm:t>
        <a:bodyPr/>
        <a:lstStyle/>
        <a:p>
          <a:endParaRPr lang="en-US"/>
        </a:p>
      </dgm:t>
    </dgm:pt>
    <dgm:pt modelId="{8CBBADF2-DA02-4DFB-BEFF-DD3C0E3852C5}" type="sibTrans" cxnId="{AC0690A6-C33D-4891-97D7-FB037BEEC739}">
      <dgm:prSet/>
      <dgm:spPr/>
      <dgm:t>
        <a:bodyPr/>
        <a:lstStyle/>
        <a:p>
          <a:endParaRPr lang="en-US"/>
        </a:p>
      </dgm:t>
    </dgm:pt>
    <dgm:pt modelId="{170D2DF6-C4F9-44A5-AF65-F5E5D5B13D6B}">
      <dgm:prSet/>
      <dgm:spPr/>
      <dgm:t>
        <a:bodyPr/>
        <a:lstStyle/>
        <a:p>
          <a:r>
            <a:rPr lang="en-US"/>
            <a:t>May rupture causing peritonitis</a:t>
          </a:r>
        </a:p>
      </dgm:t>
    </dgm:pt>
    <dgm:pt modelId="{BABA79D6-C4AF-4E65-85D9-F35DB3DC0C6E}" type="parTrans" cxnId="{02628D1E-E3CC-4BAF-9D86-1E420BA2F9D5}">
      <dgm:prSet/>
      <dgm:spPr/>
      <dgm:t>
        <a:bodyPr/>
        <a:lstStyle/>
        <a:p>
          <a:endParaRPr lang="en-US"/>
        </a:p>
      </dgm:t>
    </dgm:pt>
    <dgm:pt modelId="{E9504D53-0F08-492E-A95A-C97CB01C5A1E}" type="sibTrans" cxnId="{02628D1E-E3CC-4BAF-9D86-1E420BA2F9D5}">
      <dgm:prSet/>
      <dgm:spPr/>
      <dgm:t>
        <a:bodyPr/>
        <a:lstStyle/>
        <a:p>
          <a:endParaRPr lang="en-US"/>
        </a:p>
      </dgm:t>
    </dgm:pt>
    <dgm:pt modelId="{20C329D7-1E63-4B15-A5F7-B113517CAA16}">
      <dgm:prSet/>
      <dgm:spPr/>
      <dgm:t>
        <a:bodyPr/>
        <a:lstStyle/>
        <a:p>
          <a:r>
            <a:rPr lang="en-US"/>
            <a:t>Potential widespread infection</a:t>
          </a:r>
        </a:p>
      </dgm:t>
    </dgm:pt>
    <dgm:pt modelId="{21C4E6CD-61F6-4A14-8E15-9ADD6D315BF1}" type="parTrans" cxnId="{CD52BDFA-964B-4895-8A92-B13D6E4D3B2F}">
      <dgm:prSet/>
      <dgm:spPr/>
      <dgm:t>
        <a:bodyPr/>
        <a:lstStyle/>
        <a:p>
          <a:endParaRPr lang="en-US"/>
        </a:p>
      </dgm:t>
    </dgm:pt>
    <dgm:pt modelId="{5777A4A0-81B5-4C32-8918-3D5B5E405299}" type="sibTrans" cxnId="{CD52BDFA-964B-4895-8A92-B13D6E4D3B2F}">
      <dgm:prSet/>
      <dgm:spPr/>
      <dgm:t>
        <a:bodyPr/>
        <a:lstStyle/>
        <a:p>
          <a:endParaRPr lang="en-US"/>
        </a:p>
      </dgm:t>
    </dgm:pt>
    <dgm:pt modelId="{D902F899-EB83-4D72-845E-5025D21636A0}">
      <dgm:prSet/>
      <dgm:spPr/>
      <dgm:t>
        <a:bodyPr/>
        <a:lstStyle/>
        <a:p>
          <a:r>
            <a:rPr lang="en-US"/>
            <a:t>Could lead to sepsis</a:t>
          </a:r>
        </a:p>
      </dgm:t>
    </dgm:pt>
    <dgm:pt modelId="{D94CCE8C-01B2-478D-A289-9DDD7511469A}" type="parTrans" cxnId="{AECD61A7-1A48-404B-98A7-E8848F16546A}">
      <dgm:prSet/>
      <dgm:spPr/>
      <dgm:t>
        <a:bodyPr/>
        <a:lstStyle/>
        <a:p>
          <a:endParaRPr lang="en-US"/>
        </a:p>
      </dgm:t>
    </dgm:pt>
    <dgm:pt modelId="{E17E3003-8325-4A5D-89DB-6BBA689A3488}" type="sibTrans" cxnId="{AECD61A7-1A48-404B-98A7-E8848F16546A}">
      <dgm:prSet/>
      <dgm:spPr/>
      <dgm:t>
        <a:bodyPr/>
        <a:lstStyle/>
        <a:p>
          <a:endParaRPr lang="en-US"/>
        </a:p>
      </dgm:t>
    </dgm:pt>
    <dgm:pt modelId="{0B003080-CBBB-4F83-A55C-8AE8C61B4387}" type="pres">
      <dgm:prSet presAssocID="{A3B5C27C-04CB-45F3-85D1-BF2B46D2006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C6811F0-DE11-47AF-85E0-D0C4CAE7C163}" type="pres">
      <dgm:prSet presAssocID="{DAD46459-FB15-4E54-A829-DBA0C5F5144C}" presName="hierRoot1" presStyleCnt="0"/>
      <dgm:spPr/>
    </dgm:pt>
    <dgm:pt modelId="{7B577635-0EBC-4FB6-B8B6-497AEBD0D3C5}" type="pres">
      <dgm:prSet presAssocID="{DAD46459-FB15-4E54-A829-DBA0C5F5144C}" presName="composite" presStyleCnt="0"/>
      <dgm:spPr/>
    </dgm:pt>
    <dgm:pt modelId="{0D98E47B-FE91-4A54-9F69-EACF57587084}" type="pres">
      <dgm:prSet presAssocID="{DAD46459-FB15-4E54-A829-DBA0C5F5144C}" presName="background" presStyleLbl="node0" presStyleIdx="0" presStyleCnt="3"/>
      <dgm:spPr/>
    </dgm:pt>
    <dgm:pt modelId="{A6C655E8-B837-4BE7-89E0-6779E50989C4}" type="pres">
      <dgm:prSet presAssocID="{DAD46459-FB15-4E54-A829-DBA0C5F5144C}" presName="text" presStyleLbl="fgAcc0" presStyleIdx="0" presStyleCnt="3">
        <dgm:presLayoutVars>
          <dgm:chPref val="3"/>
        </dgm:presLayoutVars>
      </dgm:prSet>
      <dgm:spPr/>
    </dgm:pt>
    <dgm:pt modelId="{AEC1D9B7-CEBA-479A-8D1E-B168B36315AF}" type="pres">
      <dgm:prSet presAssocID="{DAD46459-FB15-4E54-A829-DBA0C5F5144C}" presName="hierChild2" presStyleCnt="0"/>
      <dgm:spPr/>
    </dgm:pt>
    <dgm:pt modelId="{02CB098E-077D-4354-9917-1D880CC97135}" type="pres">
      <dgm:prSet presAssocID="{8E4B1193-34A7-4C83-9029-A439432D2F96}" presName="hierRoot1" presStyleCnt="0"/>
      <dgm:spPr/>
    </dgm:pt>
    <dgm:pt modelId="{4399178A-D286-4F51-8AFD-1ED8DA0351EE}" type="pres">
      <dgm:prSet presAssocID="{8E4B1193-34A7-4C83-9029-A439432D2F96}" presName="composite" presStyleCnt="0"/>
      <dgm:spPr/>
    </dgm:pt>
    <dgm:pt modelId="{A9B070F6-ED1A-4461-BE46-D3233F301C3B}" type="pres">
      <dgm:prSet presAssocID="{8E4B1193-34A7-4C83-9029-A439432D2F96}" presName="background" presStyleLbl="node0" presStyleIdx="1" presStyleCnt="3"/>
      <dgm:spPr/>
    </dgm:pt>
    <dgm:pt modelId="{6C547361-0F23-4880-A5A4-AA9987122E0A}" type="pres">
      <dgm:prSet presAssocID="{8E4B1193-34A7-4C83-9029-A439432D2F96}" presName="text" presStyleLbl="fgAcc0" presStyleIdx="1" presStyleCnt="3">
        <dgm:presLayoutVars>
          <dgm:chPref val="3"/>
        </dgm:presLayoutVars>
      </dgm:prSet>
      <dgm:spPr/>
    </dgm:pt>
    <dgm:pt modelId="{28F168B1-D916-4870-BAE8-6E78FE8CD529}" type="pres">
      <dgm:prSet presAssocID="{8E4B1193-34A7-4C83-9029-A439432D2F96}" presName="hierChild2" presStyleCnt="0"/>
      <dgm:spPr/>
    </dgm:pt>
    <dgm:pt modelId="{97C7037D-374A-437F-AEC1-9F81E180A4A8}" type="pres">
      <dgm:prSet presAssocID="{17452454-66D0-40BF-BC77-D4D60E55B750}" presName="hierRoot1" presStyleCnt="0"/>
      <dgm:spPr/>
    </dgm:pt>
    <dgm:pt modelId="{0CFFF5A3-65FE-4ED3-AC37-C8DE98348CC7}" type="pres">
      <dgm:prSet presAssocID="{17452454-66D0-40BF-BC77-D4D60E55B750}" presName="composite" presStyleCnt="0"/>
      <dgm:spPr/>
    </dgm:pt>
    <dgm:pt modelId="{EC7A4815-95AE-4823-AC0D-DFCE8981D9CD}" type="pres">
      <dgm:prSet presAssocID="{17452454-66D0-40BF-BC77-D4D60E55B750}" presName="background" presStyleLbl="node0" presStyleIdx="2" presStyleCnt="3"/>
      <dgm:spPr/>
    </dgm:pt>
    <dgm:pt modelId="{B29BA6F1-8117-4F83-B862-64342A691CA4}" type="pres">
      <dgm:prSet presAssocID="{17452454-66D0-40BF-BC77-D4D60E55B750}" presName="text" presStyleLbl="fgAcc0" presStyleIdx="2" presStyleCnt="3">
        <dgm:presLayoutVars>
          <dgm:chPref val="3"/>
        </dgm:presLayoutVars>
      </dgm:prSet>
      <dgm:spPr/>
    </dgm:pt>
    <dgm:pt modelId="{416F92E1-3B46-48BD-AAF5-17E0170331E4}" type="pres">
      <dgm:prSet presAssocID="{17452454-66D0-40BF-BC77-D4D60E55B750}" presName="hierChild2" presStyleCnt="0"/>
      <dgm:spPr/>
    </dgm:pt>
    <dgm:pt modelId="{D16C020D-0DC0-49FF-ABC7-9ADC51398E52}" type="pres">
      <dgm:prSet presAssocID="{BABA79D6-C4AF-4E65-85D9-F35DB3DC0C6E}" presName="Name10" presStyleLbl="parChTrans1D2" presStyleIdx="0" presStyleCnt="3"/>
      <dgm:spPr/>
    </dgm:pt>
    <dgm:pt modelId="{50CDC338-8FC8-46B6-AF6D-A475EDC968D9}" type="pres">
      <dgm:prSet presAssocID="{170D2DF6-C4F9-44A5-AF65-F5E5D5B13D6B}" presName="hierRoot2" presStyleCnt="0"/>
      <dgm:spPr/>
    </dgm:pt>
    <dgm:pt modelId="{8A3E2939-61C6-4F10-AE18-0C9DD17F75AE}" type="pres">
      <dgm:prSet presAssocID="{170D2DF6-C4F9-44A5-AF65-F5E5D5B13D6B}" presName="composite2" presStyleCnt="0"/>
      <dgm:spPr/>
    </dgm:pt>
    <dgm:pt modelId="{C177B357-4BB7-4AA4-BAF9-A57D4B3104F0}" type="pres">
      <dgm:prSet presAssocID="{170D2DF6-C4F9-44A5-AF65-F5E5D5B13D6B}" presName="background2" presStyleLbl="node2" presStyleIdx="0" presStyleCnt="3"/>
      <dgm:spPr/>
    </dgm:pt>
    <dgm:pt modelId="{BDB7DD66-0190-4D2E-B7BA-63B8A864E84F}" type="pres">
      <dgm:prSet presAssocID="{170D2DF6-C4F9-44A5-AF65-F5E5D5B13D6B}" presName="text2" presStyleLbl="fgAcc2" presStyleIdx="0" presStyleCnt="3">
        <dgm:presLayoutVars>
          <dgm:chPref val="3"/>
        </dgm:presLayoutVars>
      </dgm:prSet>
      <dgm:spPr/>
    </dgm:pt>
    <dgm:pt modelId="{0626D417-B02D-4421-8A14-EC5BFD3ECC6A}" type="pres">
      <dgm:prSet presAssocID="{170D2DF6-C4F9-44A5-AF65-F5E5D5B13D6B}" presName="hierChild3" presStyleCnt="0"/>
      <dgm:spPr/>
    </dgm:pt>
    <dgm:pt modelId="{C0EF06FA-A085-46FF-AD1C-270C4C9C9DFF}" type="pres">
      <dgm:prSet presAssocID="{21C4E6CD-61F6-4A14-8E15-9ADD6D315BF1}" presName="Name10" presStyleLbl="parChTrans1D2" presStyleIdx="1" presStyleCnt="3"/>
      <dgm:spPr/>
    </dgm:pt>
    <dgm:pt modelId="{36E0751D-9C0C-4A39-AFEB-A99C48E08683}" type="pres">
      <dgm:prSet presAssocID="{20C329D7-1E63-4B15-A5F7-B113517CAA16}" presName="hierRoot2" presStyleCnt="0"/>
      <dgm:spPr/>
    </dgm:pt>
    <dgm:pt modelId="{B51D6205-88C6-4F55-9F52-0F4DCDE141E2}" type="pres">
      <dgm:prSet presAssocID="{20C329D7-1E63-4B15-A5F7-B113517CAA16}" presName="composite2" presStyleCnt="0"/>
      <dgm:spPr/>
    </dgm:pt>
    <dgm:pt modelId="{1D0D7EC2-6002-4B82-9296-3B7AB4BA68C2}" type="pres">
      <dgm:prSet presAssocID="{20C329D7-1E63-4B15-A5F7-B113517CAA16}" presName="background2" presStyleLbl="node2" presStyleIdx="1" presStyleCnt="3"/>
      <dgm:spPr/>
    </dgm:pt>
    <dgm:pt modelId="{0531C703-0B8B-493D-AD40-46302295DA51}" type="pres">
      <dgm:prSet presAssocID="{20C329D7-1E63-4B15-A5F7-B113517CAA16}" presName="text2" presStyleLbl="fgAcc2" presStyleIdx="1" presStyleCnt="3">
        <dgm:presLayoutVars>
          <dgm:chPref val="3"/>
        </dgm:presLayoutVars>
      </dgm:prSet>
      <dgm:spPr/>
    </dgm:pt>
    <dgm:pt modelId="{057A5EFE-8DAF-4081-BB81-FFF44195C0EF}" type="pres">
      <dgm:prSet presAssocID="{20C329D7-1E63-4B15-A5F7-B113517CAA16}" presName="hierChild3" presStyleCnt="0"/>
      <dgm:spPr/>
    </dgm:pt>
    <dgm:pt modelId="{D705BB8A-4CCE-429F-A19E-F3940313241F}" type="pres">
      <dgm:prSet presAssocID="{D94CCE8C-01B2-478D-A289-9DDD7511469A}" presName="Name10" presStyleLbl="parChTrans1D2" presStyleIdx="2" presStyleCnt="3"/>
      <dgm:spPr/>
    </dgm:pt>
    <dgm:pt modelId="{3BC60A6D-7F44-40FC-9786-E6D77F37FFB3}" type="pres">
      <dgm:prSet presAssocID="{D902F899-EB83-4D72-845E-5025D21636A0}" presName="hierRoot2" presStyleCnt="0"/>
      <dgm:spPr/>
    </dgm:pt>
    <dgm:pt modelId="{14ED93D4-9F71-4A7F-8951-5913EAEB4ADF}" type="pres">
      <dgm:prSet presAssocID="{D902F899-EB83-4D72-845E-5025D21636A0}" presName="composite2" presStyleCnt="0"/>
      <dgm:spPr/>
    </dgm:pt>
    <dgm:pt modelId="{B0F13780-49A0-414D-8BEC-BBCA0B8812BD}" type="pres">
      <dgm:prSet presAssocID="{D902F899-EB83-4D72-845E-5025D21636A0}" presName="background2" presStyleLbl="node2" presStyleIdx="2" presStyleCnt="3"/>
      <dgm:spPr/>
    </dgm:pt>
    <dgm:pt modelId="{335CAAF5-87FA-4609-9C7C-17186D8FEE24}" type="pres">
      <dgm:prSet presAssocID="{D902F899-EB83-4D72-845E-5025D21636A0}" presName="text2" presStyleLbl="fgAcc2" presStyleIdx="2" presStyleCnt="3">
        <dgm:presLayoutVars>
          <dgm:chPref val="3"/>
        </dgm:presLayoutVars>
      </dgm:prSet>
      <dgm:spPr/>
    </dgm:pt>
    <dgm:pt modelId="{1DF7D898-5F43-4AC2-963C-56FA243F374F}" type="pres">
      <dgm:prSet presAssocID="{D902F899-EB83-4D72-845E-5025D21636A0}" presName="hierChild3" presStyleCnt="0"/>
      <dgm:spPr/>
    </dgm:pt>
  </dgm:ptLst>
  <dgm:cxnLst>
    <dgm:cxn modelId="{65A74001-2B06-49B9-8013-216CDC661401}" type="presOf" srcId="{17452454-66D0-40BF-BC77-D4D60E55B750}" destId="{B29BA6F1-8117-4F83-B862-64342A691CA4}" srcOrd="0" destOrd="0" presId="urn:microsoft.com/office/officeart/2005/8/layout/hierarchy1"/>
    <dgm:cxn modelId="{02628D1E-E3CC-4BAF-9D86-1E420BA2F9D5}" srcId="{17452454-66D0-40BF-BC77-D4D60E55B750}" destId="{170D2DF6-C4F9-44A5-AF65-F5E5D5B13D6B}" srcOrd="0" destOrd="0" parTransId="{BABA79D6-C4AF-4E65-85D9-F35DB3DC0C6E}" sibTransId="{E9504D53-0F08-492E-A95A-C97CB01C5A1E}"/>
    <dgm:cxn modelId="{9E98C12D-DE5C-4825-88CD-1EA4AD4DBEE6}" type="presOf" srcId="{21C4E6CD-61F6-4A14-8E15-9ADD6D315BF1}" destId="{C0EF06FA-A085-46FF-AD1C-270C4C9C9DFF}" srcOrd="0" destOrd="0" presId="urn:microsoft.com/office/officeart/2005/8/layout/hierarchy1"/>
    <dgm:cxn modelId="{16C3A268-FF2C-4F19-BA36-3C0747877C12}" type="presOf" srcId="{170D2DF6-C4F9-44A5-AF65-F5E5D5B13D6B}" destId="{BDB7DD66-0190-4D2E-B7BA-63B8A864E84F}" srcOrd="0" destOrd="0" presId="urn:microsoft.com/office/officeart/2005/8/layout/hierarchy1"/>
    <dgm:cxn modelId="{ADA3246B-701D-42D0-9ABB-C986A90033E5}" type="presOf" srcId="{D902F899-EB83-4D72-845E-5025D21636A0}" destId="{335CAAF5-87FA-4609-9C7C-17186D8FEE24}" srcOrd="0" destOrd="0" presId="urn:microsoft.com/office/officeart/2005/8/layout/hierarchy1"/>
    <dgm:cxn modelId="{5EAC7D4C-0F8B-43F0-8AAF-FF845B37223C}" srcId="{A3B5C27C-04CB-45F3-85D1-BF2B46D20063}" destId="{DAD46459-FB15-4E54-A829-DBA0C5F5144C}" srcOrd="0" destOrd="0" parTransId="{B87C1024-6B98-42B6-B3C9-1CD7679B54AF}" sibTransId="{92532728-F17D-4A5A-A093-4344633958C6}"/>
    <dgm:cxn modelId="{5AD8BB59-AEA7-498D-8E10-DD11E6E54804}" srcId="{A3B5C27C-04CB-45F3-85D1-BF2B46D20063}" destId="{8E4B1193-34A7-4C83-9029-A439432D2F96}" srcOrd="1" destOrd="0" parTransId="{CF0A61D1-14A0-4784-ABEF-299D96D63F52}" sibTransId="{D58DBA73-F86F-4CC5-9662-C24A68E199C8}"/>
    <dgm:cxn modelId="{975CC898-B2B5-4A01-9E74-02BC0F3C0A60}" type="presOf" srcId="{8E4B1193-34A7-4C83-9029-A439432D2F96}" destId="{6C547361-0F23-4880-A5A4-AA9987122E0A}" srcOrd="0" destOrd="0" presId="urn:microsoft.com/office/officeart/2005/8/layout/hierarchy1"/>
    <dgm:cxn modelId="{AC0690A6-C33D-4891-97D7-FB037BEEC739}" srcId="{A3B5C27C-04CB-45F3-85D1-BF2B46D20063}" destId="{17452454-66D0-40BF-BC77-D4D60E55B750}" srcOrd="2" destOrd="0" parTransId="{EF9E7189-964F-42F9-8905-DBB30BDE4FD2}" sibTransId="{8CBBADF2-DA02-4DFB-BEFF-DD3C0E3852C5}"/>
    <dgm:cxn modelId="{AECD61A7-1A48-404B-98A7-E8848F16546A}" srcId="{17452454-66D0-40BF-BC77-D4D60E55B750}" destId="{D902F899-EB83-4D72-845E-5025D21636A0}" srcOrd="2" destOrd="0" parTransId="{D94CCE8C-01B2-478D-A289-9DDD7511469A}" sibTransId="{E17E3003-8325-4A5D-89DB-6BBA689A3488}"/>
    <dgm:cxn modelId="{5A436DB9-1042-463D-816A-90D42986FDE6}" type="presOf" srcId="{DAD46459-FB15-4E54-A829-DBA0C5F5144C}" destId="{A6C655E8-B837-4BE7-89E0-6779E50989C4}" srcOrd="0" destOrd="0" presId="urn:microsoft.com/office/officeart/2005/8/layout/hierarchy1"/>
    <dgm:cxn modelId="{862B5BBF-C7D1-408D-9686-76BCF713A9CB}" type="presOf" srcId="{D94CCE8C-01B2-478D-A289-9DDD7511469A}" destId="{D705BB8A-4CCE-429F-A19E-F3940313241F}" srcOrd="0" destOrd="0" presId="urn:microsoft.com/office/officeart/2005/8/layout/hierarchy1"/>
    <dgm:cxn modelId="{F1B5C3CB-6BA0-45D5-A4D5-9B7254C9C15B}" type="presOf" srcId="{A3B5C27C-04CB-45F3-85D1-BF2B46D20063}" destId="{0B003080-CBBB-4F83-A55C-8AE8C61B4387}" srcOrd="0" destOrd="0" presId="urn:microsoft.com/office/officeart/2005/8/layout/hierarchy1"/>
    <dgm:cxn modelId="{3F6FD8DE-0B0E-485E-BFCB-4C0A929ADD74}" type="presOf" srcId="{20C329D7-1E63-4B15-A5F7-B113517CAA16}" destId="{0531C703-0B8B-493D-AD40-46302295DA51}" srcOrd="0" destOrd="0" presId="urn:microsoft.com/office/officeart/2005/8/layout/hierarchy1"/>
    <dgm:cxn modelId="{16CFC3F7-B4B6-4C63-83A9-9AC9DBCC75D0}" type="presOf" srcId="{BABA79D6-C4AF-4E65-85D9-F35DB3DC0C6E}" destId="{D16C020D-0DC0-49FF-ABC7-9ADC51398E52}" srcOrd="0" destOrd="0" presId="urn:microsoft.com/office/officeart/2005/8/layout/hierarchy1"/>
    <dgm:cxn modelId="{CD52BDFA-964B-4895-8A92-B13D6E4D3B2F}" srcId="{17452454-66D0-40BF-BC77-D4D60E55B750}" destId="{20C329D7-1E63-4B15-A5F7-B113517CAA16}" srcOrd="1" destOrd="0" parTransId="{21C4E6CD-61F6-4A14-8E15-9ADD6D315BF1}" sibTransId="{5777A4A0-81B5-4C32-8918-3D5B5E405299}"/>
    <dgm:cxn modelId="{85DF7118-0E52-4A24-BDEE-78625C1B3A64}" type="presParOf" srcId="{0B003080-CBBB-4F83-A55C-8AE8C61B4387}" destId="{EC6811F0-DE11-47AF-85E0-D0C4CAE7C163}" srcOrd="0" destOrd="0" presId="urn:microsoft.com/office/officeart/2005/8/layout/hierarchy1"/>
    <dgm:cxn modelId="{F27D81FF-C1CF-4149-8606-20D7C341D7C2}" type="presParOf" srcId="{EC6811F0-DE11-47AF-85E0-D0C4CAE7C163}" destId="{7B577635-0EBC-4FB6-B8B6-497AEBD0D3C5}" srcOrd="0" destOrd="0" presId="urn:microsoft.com/office/officeart/2005/8/layout/hierarchy1"/>
    <dgm:cxn modelId="{1553E758-CFF1-4CF8-87CD-9705F23F51CF}" type="presParOf" srcId="{7B577635-0EBC-4FB6-B8B6-497AEBD0D3C5}" destId="{0D98E47B-FE91-4A54-9F69-EACF57587084}" srcOrd="0" destOrd="0" presId="urn:microsoft.com/office/officeart/2005/8/layout/hierarchy1"/>
    <dgm:cxn modelId="{E3019817-2776-4DFB-99EE-8EA54E9E0F19}" type="presParOf" srcId="{7B577635-0EBC-4FB6-B8B6-497AEBD0D3C5}" destId="{A6C655E8-B837-4BE7-89E0-6779E50989C4}" srcOrd="1" destOrd="0" presId="urn:microsoft.com/office/officeart/2005/8/layout/hierarchy1"/>
    <dgm:cxn modelId="{AFF6454E-3648-4E8B-B1AF-BB36B045187F}" type="presParOf" srcId="{EC6811F0-DE11-47AF-85E0-D0C4CAE7C163}" destId="{AEC1D9B7-CEBA-479A-8D1E-B168B36315AF}" srcOrd="1" destOrd="0" presId="urn:microsoft.com/office/officeart/2005/8/layout/hierarchy1"/>
    <dgm:cxn modelId="{C28CEEB4-7E47-45B3-8AD8-5F1C0F316A4F}" type="presParOf" srcId="{0B003080-CBBB-4F83-A55C-8AE8C61B4387}" destId="{02CB098E-077D-4354-9917-1D880CC97135}" srcOrd="1" destOrd="0" presId="urn:microsoft.com/office/officeart/2005/8/layout/hierarchy1"/>
    <dgm:cxn modelId="{235F3627-42C9-4B58-8B45-A1E9FD78A940}" type="presParOf" srcId="{02CB098E-077D-4354-9917-1D880CC97135}" destId="{4399178A-D286-4F51-8AFD-1ED8DA0351EE}" srcOrd="0" destOrd="0" presId="urn:microsoft.com/office/officeart/2005/8/layout/hierarchy1"/>
    <dgm:cxn modelId="{425ACBD2-E443-4909-90B3-C00A1FD09378}" type="presParOf" srcId="{4399178A-D286-4F51-8AFD-1ED8DA0351EE}" destId="{A9B070F6-ED1A-4461-BE46-D3233F301C3B}" srcOrd="0" destOrd="0" presId="urn:microsoft.com/office/officeart/2005/8/layout/hierarchy1"/>
    <dgm:cxn modelId="{7301ECB0-F907-43F3-8958-1B0419FCE7A0}" type="presParOf" srcId="{4399178A-D286-4F51-8AFD-1ED8DA0351EE}" destId="{6C547361-0F23-4880-A5A4-AA9987122E0A}" srcOrd="1" destOrd="0" presId="urn:microsoft.com/office/officeart/2005/8/layout/hierarchy1"/>
    <dgm:cxn modelId="{0E624312-FA46-41BC-8506-F84EA422A21E}" type="presParOf" srcId="{02CB098E-077D-4354-9917-1D880CC97135}" destId="{28F168B1-D916-4870-BAE8-6E78FE8CD529}" srcOrd="1" destOrd="0" presId="urn:microsoft.com/office/officeart/2005/8/layout/hierarchy1"/>
    <dgm:cxn modelId="{C9E79AC3-9DCE-4F8F-838F-0AFE7DFA305B}" type="presParOf" srcId="{0B003080-CBBB-4F83-A55C-8AE8C61B4387}" destId="{97C7037D-374A-437F-AEC1-9F81E180A4A8}" srcOrd="2" destOrd="0" presId="urn:microsoft.com/office/officeart/2005/8/layout/hierarchy1"/>
    <dgm:cxn modelId="{DFE28665-F35B-420A-AB06-F0F599E90550}" type="presParOf" srcId="{97C7037D-374A-437F-AEC1-9F81E180A4A8}" destId="{0CFFF5A3-65FE-4ED3-AC37-C8DE98348CC7}" srcOrd="0" destOrd="0" presId="urn:microsoft.com/office/officeart/2005/8/layout/hierarchy1"/>
    <dgm:cxn modelId="{1C97AF58-5345-4150-B827-891768177650}" type="presParOf" srcId="{0CFFF5A3-65FE-4ED3-AC37-C8DE98348CC7}" destId="{EC7A4815-95AE-4823-AC0D-DFCE8981D9CD}" srcOrd="0" destOrd="0" presId="urn:microsoft.com/office/officeart/2005/8/layout/hierarchy1"/>
    <dgm:cxn modelId="{276B37BD-4B0F-48B6-8C2D-0D1B3D2F7F4D}" type="presParOf" srcId="{0CFFF5A3-65FE-4ED3-AC37-C8DE98348CC7}" destId="{B29BA6F1-8117-4F83-B862-64342A691CA4}" srcOrd="1" destOrd="0" presId="urn:microsoft.com/office/officeart/2005/8/layout/hierarchy1"/>
    <dgm:cxn modelId="{A336B74B-FE68-4865-B46B-047EB68736E2}" type="presParOf" srcId="{97C7037D-374A-437F-AEC1-9F81E180A4A8}" destId="{416F92E1-3B46-48BD-AAF5-17E0170331E4}" srcOrd="1" destOrd="0" presId="urn:microsoft.com/office/officeart/2005/8/layout/hierarchy1"/>
    <dgm:cxn modelId="{33361F7E-3EBD-4716-BA6D-5A31030CD6BA}" type="presParOf" srcId="{416F92E1-3B46-48BD-AAF5-17E0170331E4}" destId="{D16C020D-0DC0-49FF-ABC7-9ADC51398E52}" srcOrd="0" destOrd="0" presId="urn:microsoft.com/office/officeart/2005/8/layout/hierarchy1"/>
    <dgm:cxn modelId="{CF616D77-E42D-4651-96F1-639B355EC252}" type="presParOf" srcId="{416F92E1-3B46-48BD-AAF5-17E0170331E4}" destId="{50CDC338-8FC8-46B6-AF6D-A475EDC968D9}" srcOrd="1" destOrd="0" presId="urn:microsoft.com/office/officeart/2005/8/layout/hierarchy1"/>
    <dgm:cxn modelId="{BB1CFB13-599C-43D4-A2F0-E5B2F4C27463}" type="presParOf" srcId="{50CDC338-8FC8-46B6-AF6D-A475EDC968D9}" destId="{8A3E2939-61C6-4F10-AE18-0C9DD17F75AE}" srcOrd="0" destOrd="0" presId="urn:microsoft.com/office/officeart/2005/8/layout/hierarchy1"/>
    <dgm:cxn modelId="{1F90A21F-A2C2-4F27-9127-36514AE59B71}" type="presParOf" srcId="{8A3E2939-61C6-4F10-AE18-0C9DD17F75AE}" destId="{C177B357-4BB7-4AA4-BAF9-A57D4B3104F0}" srcOrd="0" destOrd="0" presId="urn:microsoft.com/office/officeart/2005/8/layout/hierarchy1"/>
    <dgm:cxn modelId="{D367960A-ABCD-4C71-BC27-E2B273C7B583}" type="presParOf" srcId="{8A3E2939-61C6-4F10-AE18-0C9DD17F75AE}" destId="{BDB7DD66-0190-4D2E-B7BA-63B8A864E84F}" srcOrd="1" destOrd="0" presId="urn:microsoft.com/office/officeart/2005/8/layout/hierarchy1"/>
    <dgm:cxn modelId="{EF40C8CB-CA1D-418B-9DB8-E4F8C0CC77CC}" type="presParOf" srcId="{50CDC338-8FC8-46B6-AF6D-A475EDC968D9}" destId="{0626D417-B02D-4421-8A14-EC5BFD3ECC6A}" srcOrd="1" destOrd="0" presId="urn:microsoft.com/office/officeart/2005/8/layout/hierarchy1"/>
    <dgm:cxn modelId="{5EA2E2A0-311E-480E-815E-752F9C15D46F}" type="presParOf" srcId="{416F92E1-3B46-48BD-AAF5-17E0170331E4}" destId="{C0EF06FA-A085-46FF-AD1C-270C4C9C9DFF}" srcOrd="2" destOrd="0" presId="urn:microsoft.com/office/officeart/2005/8/layout/hierarchy1"/>
    <dgm:cxn modelId="{0E7B78BB-96E5-4846-B6DF-6C2ABDC39E50}" type="presParOf" srcId="{416F92E1-3B46-48BD-AAF5-17E0170331E4}" destId="{36E0751D-9C0C-4A39-AFEB-A99C48E08683}" srcOrd="3" destOrd="0" presId="urn:microsoft.com/office/officeart/2005/8/layout/hierarchy1"/>
    <dgm:cxn modelId="{3616BAEA-69CC-4C06-8AC8-3CEA5901791E}" type="presParOf" srcId="{36E0751D-9C0C-4A39-AFEB-A99C48E08683}" destId="{B51D6205-88C6-4F55-9F52-0F4DCDE141E2}" srcOrd="0" destOrd="0" presId="urn:microsoft.com/office/officeart/2005/8/layout/hierarchy1"/>
    <dgm:cxn modelId="{843F2EF3-7177-4321-BA2F-A36EE05D9D6A}" type="presParOf" srcId="{B51D6205-88C6-4F55-9F52-0F4DCDE141E2}" destId="{1D0D7EC2-6002-4B82-9296-3B7AB4BA68C2}" srcOrd="0" destOrd="0" presId="urn:microsoft.com/office/officeart/2005/8/layout/hierarchy1"/>
    <dgm:cxn modelId="{849EF8C7-726C-45AC-AD11-D0F2ABD2C777}" type="presParOf" srcId="{B51D6205-88C6-4F55-9F52-0F4DCDE141E2}" destId="{0531C703-0B8B-493D-AD40-46302295DA51}" srcOrd="1" destOrd="0" presId="urn:microsoft.com/office/officeart/2005/8/layout/hierarchy1"/>
    <dgm:cxn modelId="{1C5B7339-EC46-4C34-A3A7-8DCE77AB77C6}" type="presParOf" srcId="{36E0751D-9C0C-4A39-AFEB-A99C48E08683}" destId="{057A5EFE-8DAF-4081-BB81-FFF44195C0EF}" srcOrd="1" destOrd="0" presId="urn:microsoft.com/office/officeart/2005/8/layout/hierarchy1"/>
    <dgm:cxn modelId="{E68B2A68-1611-45C5-8EE9-714375D6AF24}" type="presParOf" srcId="{416F92E1-3B46-48BD-AAF5-17E0170331E4}" destId="{D705BB8A-4CCE-429F-A19E-F3940313241F}" srcOrd="4" destOrd="0" presId="urn:microsoft.com/office/officeart/2005/8/layout/hierarchy1"/>
    <dgm:cxn modelId="{3C813514-5A7A-4A2C-8C38-75ABF9FC46A1}" type="presParOf" srcId="{416F92E1-3B46-48BD-AAF5-17E0170331E4}" destId="{3BC60A6D-7F44-40FC-9786-E6D77F37FFB3}" srcOrd="5" destOrd="0" presId="urn:microsoft.com/office/officeart/2005/8/layout/hierarchy1"/>
    <dgm:cxn modelId="{91152D41-02BC-4985-B57B-CFC8081C9FBD}" type="presParOf" srcId="{3BC60A6D-7F44-40FC-9786-E6D77F37FFB3}" destId="{14ED93D4-9F71-4A7F-8951-5913EAEB4ADF}" srcOrd="0" destOrd="0" presId="urn:microsoft.com/office/officeart/2005/8/layout/hierarchy1"/>
    <dgm:cxn modelId="{1639E465-9292-4EA7-9EAF-A202A0F85A1F}" type="presParOf" srcId="{14ED93D4-9F71-4A7F-8951-5913EAEB4ADF}" destId="{B0F13780-49A0-414D-8BEC-BBCA0B8812BD}" srcOrd="0" destOrd="0" presId="urn:microsoft.com/office/officeart/2005/8/layout/hierarchy1"/>
    <dgm:cxn modelId="{FE26A503-7ED0-4121-AB23-123C387EE6EE}" type="presParOf" srcId="{14ED93D4-9F71-4A7F-8951-5913EAEB4ADF}" destId="{335CAAF5-87FA-4609-9C7C-17186D8FEE24}" srcOrd="1" destOrd="0" presId="urn:microsoft.com/office/officeart/2005/8/layout/hierarchy1"/>
    <dgm:cxn modelId="{9020E26F-A429-4F03-8C7A-CE1E8023D74C}" type="presParOf" srcId="{3BC60A6D-7F44-40FC-9786-E6D77F37FFB3}" destId="{1DF7D898-5F43-4AC2-963C-56FA243F37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5BB8A-4CCE-429F-A19E-F3940313241F}">
      <dsp:nvSpPr>
        <dsp:cNvPr id="0" name=""/>
        <dsp:cNvSpPr/>
      </dsp:nvSpPr>
      <dsp:spPr>
        <a:xfrm>
          <a:off x="6550260" y="1488115"/>
          <a:ext cx="2717683" cy="646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0697"/>
              </a:lnTo>
              <a:lnTo>
                <a:pt x="2717683" y="440697"/>
              </a:lnTo>
              <a:lnTo>
                <a:pt x="2717683" y="64668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EF06FA-A085-46FF-AD1C-270C4C9C9DFF}">
      <dsp:nvSpPr>
        <dsp:cNvPr id="0" name=""/>
        <dsp:cNvSpPr/>
      </dsp:nvSpPr>
      <dsp:spPr>
        <a:xfrm>
          <a:off x="6504540" y="1488115"/>
          <a:ext cx="91440" cy="6466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668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6C020D-0DC0-49FF-ABC7-9ADC51398E52}">
      <dsp:nvSpPr>
        <dsp:cNvPr id="0" name=""/>
        <dsp:cNvSpPr/>
      </dsp:nvSpPr>
      <dsp:spPr>
        <a:xfrm>
          <a:off x="3832577" y="1488115"/>
          <a:ext cx="2717683" cy="646685"/>
        </a:xfrm>
        <a:custGeom>
          <a:avLst/>
          <a:gdLst/>
          <a:ahLst/>
          <a:cxnLst/>
          <a:rect l="0" t="0" r="0" b="0"/>
          <a:pathLst>
            <a:path>
              <a:moveTo>
                <a:pt x="2717683" y="0"/>
              </a:moveTo>
              <a:lnTo>
                <a:pt x="2717683" y="440697"/>
              </a:lnTo>
              <a:lnTo>
                <a:pt x="0" y="440697"/>
              </a:lnTo>
              <a:lnTo>
                <a:pt x="0" y="64668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98E47B-FE91-4A54-9F69-EACF57587084}">
      <dsp:nvSpPr>
        <dsp:cNvPr id="0" name=""/>
        <dsp:cNvSpPr/>
      </dsp:nvSpPr>
      <dsp:spPr>
        <a:xfrm>
          <a:off x="3114" y="76155"/>
          <a:ext cx="2223559" cy="14119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C655E8-B837-4BE7-89E0-6779E50989C4}">
      <dsp:nvSpPr>
        <dsp:cNvPr id="0" name=""/>
        <dsp:cNvSpPr/>
      </dsp:nvSpPr>
      <dsp:spPr>
        <a:xfrm>
          <a:off x="250176" y="310864"/>
          <a:ext cx="2223559" cy="1411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Inflammation of the appendix</a:t>
          </a:r>
        </a:p>
      </dsp:txBody>
      <dsp:txXfrm>
        <a:off x="291531" y="352219"/>
        <a:ext cx="2140849" cy="1329250"/>
      </dsp:txXfrm>
    </dsp:sp>
    <dsp:sp modelId="{A9B070F6-ED1A-4461-BE46-D3233F301C3B}">
      <dsp:nvSpPr>
        <dsp:cNvPr id="0" name=""/>
        <dsp:cNvSpPr/>
      </dsp:nvSpPr>
      <dsp:spPr>
        <a:xfrm>
          <a:off x="2720797" y="76155"/>
          <a:ext cx="2223559" cy="14119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47361-0F23-4880-A5A4-AA9987122E0A}">
      <dsp:nvSpPr>
        <dsp:cNvPr id="0" name=""/>
        <dsp:cNvSpPr/>
      </dsp:nvSpPr>
      <dsp:spPr>
        <a:xfrm>
          <a:off x="2967859" y="310864"/>
          <a:ext cx="2223559" cy="1411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Caused by obstruction of fecal matter</a:t>
          </a:r>
        </a:p>
      </dsp:txBody>
      <dsp:txXfrm>
        <a:off x="3009214" y="352219"/>
        <a:ext cx="2140849" cy="1329250"/>
      </dsp:txXfrm>
    </dsp:sp>
    <dsp:sp modelId="{EC7A4815-95AE-4823-AC0D-DFCE8981D9CD}">
      <dsp:nvSpPr>
        <dsp:cNvPr id="0" name=""/>
        <dsp:cNvSpPr/>
      </dsp:nvSpPr>
      <dsp:spPr>
        <a:xfrm>
          <a:off x="5438481" y="76155"/>
          <a:ext cx="2223559" cy="14119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BA6F1-8117-4F83-B862-64342A691CA4}">
      <dsp:nvSpPr>
        <dsp:cNvPr id="0" name=""/>
        <dsp:cNvSpPr/>
      </dsp:nvSpPr>
      <dsp:spPr>
        <a:xfrm>
          <a:off x="5685543" y="310864"/>
          <a:ext cx="2223559" cy="1411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If untreated, </a:t>
          </a:r>
        </a:p>
      </dsp:txBody>
      <dsp:txXfrm>
        <a:off x="5726898" y="352219"/>
        <a:ext cx="2140849" cy="1329250"/>
      </dsp:txXfrm>
    </dsp:sp>
    <dsp:sp modelId="{C177B357-4BB7-4AA4-BAF9-A57D4B3104F0}">
      <dsp:nvSpPr>
        <dsp:cNvPr id="0" name=""/>
        <dsp:cNvSpPr/>
      </dsp:nvSpPr>
      <dsp:spPr>
        <a:xfrm>
          <a:off x="2720797" y="2134801"/>
          <a:ext cx="2223559" cy="14119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7DD66-0190-4D2E-B7BA-63B8A864E84F}">
      <dsp:nvSpPr>
        <dsp:cNvPr id="0" name=""/>
        <dsp:cNvSpPr/>
      </dsp:nvSpPr>
      <dsp:spPr>
        <a:xfrm>
          <a:off x="2967859" y="2369510"/>
          <a:ext cx="2223559" cy="1411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May rupture causing peritonitis</a:t>
          </a:r>
        </a:p>
      </dsp:txBody>
      <dsp:txXfrm>
        <a:off x="3009214" y="2410865"/>
        <a:ext cx="2140849" cy="1329250"/>
      </dsp:txXfrm>
    </dsp:sp>
    <dsp:sp modelId="{1D0D7EC2-6002-4B82-9296-3B7AB4BA68C2}">
      <dsp:nvSpPr>
        <dsp:cNvPr id="0" name=""/>
        <dsp:cNvSpPr/>
      </dsp:nvSpPr>
      <dsp:spPr>
        <a:xfrm>
          <a:off x="5438481" y="2134801"/>
          <a:ext cx="2223559" cy="14119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1C703-0B8B-493D-AD40-46302295DA51}">
      <dsp:nvSpPr>
        <dsp:cNvPr id="0" name=""/>
        <dsp:cNvSpPr/>
      </dsp:nvSpPr>
      <dsp:spPr>
        <a:xfrm>
          <a:off x="5685543" y="2369510"/>
          <a:ext cx="2223559" cy="1411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Potential widespread infection</a:t>
          </a:r>
        </a:p>
      </dsp:txBody>
      <dsp:txXfrm>
        <a:off x="5726898" y="2410865"/>
        <a:ext cx="2140849" cy="1329250"/>
      </dsp:txXfrm>
    </dsp:sp>
    <dsp:sp modelId="{B0F13780-49A0-414D-8BEC-BBCA0B8812BD}">
      <dsp:nvSpPr>
        <dsp:cNvPr id="0" name=""/>
        <dsp:cNvSpPr/>
      </dsp:nvSpPr>
      <dsp:spPr>
        <a:xfrm>
          <a:off x="8156164" y="2134801"/>
          <a:ext cx="2223559" cy="14119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CAAF5-87FA-4609-9C7C-17186D8FEE24}">
      <dsp:nvSpPr>
        <dsp:cNvPr id="0" name=""/>
        <dsp:cNvSpPr/>
      </dsp:nvSpPr>
      <dsp:spPr>
        <a:xfrm>
          <a:off x="8403226" y="2369510"/>
          <a:ext cx="2223559" cy="1411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Could lead to sepsis</a:t>
          </a:r>
        </a:p>
      </dsp:txBody>
      <dsp:txXfrm>
        <a:off x="8444581" y="2410865"/>
        <a:ext cx="2140849" cy="1329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A4850-5E0C-4F24-A1F1-39FB8FF3349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E186D-3255-4382-BE39-9BBBBE0BC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1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E186D-3255-4382-BE39-9BBBBE0BC5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59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67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2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3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5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7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4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94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5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630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7F364CB-0E92-A61B-F77A-8E7DC735C5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3" b="18067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1959B-8247-404D-416E-4D754EA51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4611"/>
            <a:ext cx="12186645" cy="1516184"/>
          </a:xfrm>
        </p:spPr>
        <p:txBody>
          <a:bodyPr anchor="b">
            <a:noAutofit/>
          </a:bodyPr>
          <a:lstStyle/>
          <a:p>
            <a:pPr algn="ctr"/>
            <a:r>
              <a:rPr lang="en-US" sz="14500" b="1">
                <a:solidFill>
                  <a:srgbClr val="FFFFFF"/>
                </a:solidFill>
              </a:rPr>
              <a:t>appendicitis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89183-BA6B-B980-C317-1CC002B77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717" y="0"/>
            <a:ext cx="5795251" cy="1063813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solidFill>
                  <a:srgbClr val="FFFFFF"/>
                </a:solidFill>
                <a:latin typeface="Amasis MT Pro" panose="02040504050005020304" pitchFamily="18" charset="0"/>
              </a:rPr>
              <a:t>Chrissy McCain MSN, RN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solidFill>
                  <a:srgbClr val="FFFFFF"/>
                </a:solidFill>
                <a:latin typeface="Amasis MT Pro" panose="02040504050005020304" pitchFamily="18" charset="0"/>
              </a:rPr>
              <a:t>Spring 2025</a:t>
            </a:r>
          </a:p>
        </p:txBody>
      </p:sp>
    </p:spTree>
    <p:extLst>
      <p:ext uri="{BB962C8B-B14F-4D97-AF65-F5344CB8AC3E}">
        <p14:creationId xmlns:p14="http://schemas.microsoft.com/office/powerpoint/2010/main" val="2540152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761120A-9DFC-64A9-1925-B9201DBA33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" r="1208"/>
          <a:stretch/>
        </p:blipFill>
        <p:spPr bwMode="auto">
          <a:xfrm>
            <a:off x="0" y="1112668"/>
            <a:ext cx="12089983" cy="4760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96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168038-E5EA-4D48-8696-F96855C04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739" y="791307"/>
            <a:ext cx="7241161" cy="52753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50FBD7-AC31-C4E8-6DF4-1A96BF2BB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appendix?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491C9-7247-603A-0C5D-939516D3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1951892"/>
            <a:ext cx="3097642" cy="4009996"/>
          </a:xfrm>
        </p:spPr>
        <p:txBody>
          <a:bodyPr>
            <a:normAutofit/>
          </a:bodyPr>
          <a:lstStyle/>
          <a:p>
            <a:r>
              <a:rPr lang="en-US" sz="2200">
                <a:latin typeface="Amasis MT Pro" panose="02040504050005020304" pitchFamily="18" charset="0"/>
              </a:rPr>
              <a:t>Located where the small intestine meets the large intestine in the lower right quadrant</a:t>
            </a:r>
          </a:p>
          <a:p>
            <a:r>
              <a:rPr lang="en-US" sz="2200">
                <a:latin typeface="Amasis MT Pro" panose="02040504050005020304" pitchFamily="18" charset="0"/>
              </a:rPr>
              <a:t>Many theories are out there about it’s function, but there is no clear reason for its existence.</a:t>
            </a:r>
          </a:p>
          <a:p>
            <a:endParaRPr lang="en-US" sz="220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485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0511-91BE-8604-3D27-D7B43EBF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4309516" cy="1307592"/>
          </a:xfrm>
        </p:spPr>
        <p:txBody>
          <a:bodyPr/>
          <a:lstStyle/>
          <a:p>
            <a:r>
              <a:rPr lang="en-US"/>
              <a:t>GI  Anatomy</a:t>
            </a:r>
          </a:p>
        </p:txBody>
      </p:sp>
      <p:pic>
        <p:nvPicPr>
          <p:cNvPr id="4" name="Content Placeholder 3" descr="A diagram of a person&amp;#39;s body&#10;&#10;AI-generated content may be incorrect.">
            <a:extLst>
              <a:ext uri="{FF2B5EF4-FFF2-40B4-BE49-F238E27FC236}">
                <a16:creationId xmlns:a16="http://schemas.microsoft.com/office/drawing/2014/main" id="{20DDED04-CD58-77C9-19C0-08F7FA83D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400" b="4167"/>
          <a:stretch/>
        </p:blipFill>
        <p:spPr>
          <a:xfrm>
            <a:off x="5005302" y="-2380"/>
            <a:ext cx="6761085" cy="6857127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D69458-B570-EFCE-9F09-792D557EC102}"/>
              </a:ext>
            </a:extLst>
          </p:cNvPr>
          <p:cNvSpPr txBox="1">
            <a:spLocks/>
          </p:cNvSpPr>
          <p:nvPr/>
        </p:nvSpPr>
        <p:spPr>
          <a:xfrm>
            <a:off x="700636" y="2059215"/>
            <a:ext cx="3097642" cy="3902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latin typeface="Amasis MT Pro"/>
              </a:rPr>
              <a:t>Stomach to small intestine</a:t>
            </a:r>
            <a:endParaRPr lang="en-US"/>
          </a:p>
          <a:p>
            <a:r>
              <a:rPr lang="en-US" sz="2200">
                <a:latin typeface="Amasis MT Pro"/>
              </a:rPr>
              <a:t>Small intestine to large intestine</a:t>
            </a:r>
            <a:endParaRPr lang="en-US" sz="2200">
              <a:latin typeface="Amasis MT Pro" panose="02040504050005020304" pitchFamily="18" charset="0"/>
            </a:endParaRPr>
          </a:p>
          <a:p>
            <a:r>
              <a:rPr lang="en-US" sz="2200">
                <a:latin typeface="Amasis MT Pro"/>
              </a:rPr>
              <a:t>Appendix sits on large intestine just after the intersection of the two</a:t>
            </a:r>
            <a:endParaRPr lang="en-US" sz="2200">
              <a:latin typeface="Amasis MT Pro" panose="02040504050005020304" pitchFamily="18" charset="0"/>
            </a:endParaRPr>
          </a:p>
          <a:p>
            <a:endParaRPr lang="en-US" sz="220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51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D2DB-A8A1-ECAE-C789-D5F45DD83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02" y="99177"/>
            <a:ext cx="11238491" cy="130759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Gi assessment</a:t>
            </a:r>
          </a:p>
        </p:txBody>
      </p:sp>
      <p:pic>
        <p:nvPicPr>
          <p:cNvPr id="4" name="Content Placeholder 3" descr="A close-up of a person&amp;#39;s body&#10;&#10;AI-generated content may be incorrect.">
            <a:extLst>
              <a:ext uri="{FF2B5EF4-FFF2-40B4-BE49-F238E27FC236}">
                <a16:creationId xmlns:a16="http://schemas.microsoft.com/office/drawing/2014/main" id="{A9B649ED-03CE-4AD8-E5FC-91D474BCB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188" t="13885" r="6378" b="20132"/>
          <a:stretch/>
        </p:blipFill>
        <p:spPr>
          <a:xfrm>
            <a:off x="6224403" y="77862"/>
            <a:ext cx="5719763" cy="6696777"/>
          </a:xfrm>
        </p:spPr>
      </p:pic>
      <p:pic>
        <p:nvPicPr>
          <p:cNvPr id="5" name="Picture 4" descr="A diagram of the human body&#10;&#10;AI-generated content may be incorrect.">
            <a:extLst>
              <a:ext uri="{FF2B5EF4-FFF2-40B4-BE49-F238E27FC236}">
                <a16:creationId xmlns:a16="http://schemas.microsoft.com/office/drawing/2014/main" id="{1C2B91CB-47C2-B3EF-5A50-6640694580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61" r="3152"/>
          <a:stretch/>
        </p:blipFill>
        <p:spPr>
          <a:xfrm>
            <a:off x="243002" y="1219201"/>
            <a:ext cx="5736320" cy="502224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CB6C594-F8AA-C9FE-67B2-48BD7AF75787}"/>
              </a:ext>
            </a:extLst>
          </p:cNvPr>
          <p:cNvSpPr txBox="1">
            <a:spLocks/>
          </p:cNvSpPr>
          <p:nvPr/>
        </p:nvSpPr>
        <p:spPr>
          <a:xfrm>
            <a:off x="104233" y="6267851"/>
            <a:ext cx="5991767" cy="5067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>
                <a:latin typeface="Amasis MT Pro"/>
              </a:rPr>
              <a:t>9 Areas for Assessment – Notice #7 ☺</a:t>
            </a:r>
            <a:endParaRPr lang="en-US" sz="2200">
              <a:latin typeface="Amasis MT Pro" panose="02040504050005020304" pitchFamily="18" charset="0"/>
            </a:endParaRPr>
          </a:p>
          <a:p>
            <a:pPr algn="ctr"/>
            <a:endParaRPr lang="en-US" sz="2200">
              <a:latin typeface="Amasis MT Pro" panose="020405040500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8B8E2F-371C-FB98-ED86-5D3EBB2EC525}"/>
              </a:ext>
            </a:extLst>
          </p:cNvPr>
          <p:cNvSpPr txBox="1">
            <a:spLocks/>
          </p:cNvSpPr>
          <p:nvPr/>
        </p:nvSpPr>
        <p:spPr>
          <a:xfrm>
            <a:off x="6377354" y="246185"/>
            <a:ext cx="5050269" cy="50678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>
                <a:latin typeface="Amasis MT Pro"/>
              </a:rPr>
              <a:t>4 Quadrants (Minimum Assessment)</a:t>
            </a:r>
            <a:endParaRPr lang="en-US" sz="220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339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2129-0331-B4C1-E07F-AE73B654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Signs &amp; symptoms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FA0ED-4F09-E327-4256-31851D055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58462"/>
            <a:ext cx="4398903" cy="4396152"/>
          </a:xfrm>
        </p:spPr>
        <p:txBody>
          <a:bodyPr>
            <a:normAutofit/>
          </a:bodyPr>
          <a:lstStyle/>
          <a:p>
            <a:r>
              <a:rPr lang="en-US" sz="2200">
                <a:latin typeface="Amasis MT Pro" panose="02040504050005020304" pitchFamily="18" charset="0"/>
              </a:rPr>
              <a:t>Classic symptoms: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Abdominal pain* &amp; guarding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Nausea &amp; Vomiting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Fever</a:t>
            </a:r>
          </a:p>
          <a:p>
            <a:r>
              <a:rPr lang="en-US" sz="2200">
                <a:latin typeface="Amasis MT Pro" panose="02040504050005020304" pitchFamily="18" charset="0"/>
              </a:rPr>
              <a:t>Loss of appetite</a:t>
            </a:r>
          </a:p>
          <a:p>
            <a:r>
              <a:rPr lang="en-US" sz="2200">
                <a:latin typeface="Amasis MT Pro" panose="02040504050005020304" pitchFamily="18" charset="0"/>
              </a:rPr>
              <a:t>Elevated WBC</a:t>
            </a:r>
          </a:p>
          <a:p>
            <a:endParaRPr lang="en-US" sz="2200">
              <a:latin typeface="Amasis MT Pro" panose="02040504050005020304" pitchFamily="18" charset="0"/>
            </a:endParaRPr>
          </a:p>
          <a:p>
            <a:r>
              <a:rPr lang="en-US" sz="2200">
                <a:latin typeface="Amasis MT Pro" panose="02040504050005020304" pitchFamily="18" charset="0"/>
              </a:rPr>
              <a:t>Abdominal Pain – Rebound tenderness at McBurney’s point</a:t>
            </a:r>
          </a:p>
          <a:p>
            <a:endParaRPr lang="en-US" sz="2200">
              <a:latin typeface="Amasis MT Pro" panose="020405040500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04C3FF-F2DD-E5A0-D8A4-F7AAA8A67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824"/>
          <a:stretch/>
        </p:blipFill>
        <p:spPr>
          <a:xfrm>
            <a:off x="5021603" y="949564"/>
            <a:ext cx="6370297" cy="499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6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23918F-9815-881B-35A0-FE9480E7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/>
              <a:t>appendicitis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745EF8-3984-41FE-3FD4-B852F4967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370529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7246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B46FCA-1487-40A2-BD68-5FA05628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631" y="1378206"/>
            <a:ext cx="5229584" cy="41867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8C628B-C35C-6BF8-8A9F-C639A046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C1A1C-C4ED-2337-6005-6B7AB44E9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63700"/>
            <a:ext cx="5664996" cy="4298188"/>
          </a:xfrm>
        </p:spPr>
        <p:txBody>
          <a:bodyPr>
            <a:normAutofit/>
          </a:bodyPr>
          <a:lstStyle/>
          <a:p>
            <a:r>
              <a:rPr lang="en-US" sz="2200"/>
              <a:t>Physical Assessment –</a:t>
            </a:r>
          </a:p>
          <a:p>
            <a:pPr lvl="1"/>
            <a:r>
              <a:rPr lang="en-US" sz="2200"/>
              <a:t>Palpation of abdomen to identify pain, rebound tenderness</a:t>
            </a:r>
          </a:p>
          <a:p>
            <a:r>
              <a:rPr lang="en-US" sz="2200">
                <a:latin typeface="Amasis MT Pro" panose="02040504050005020304" pitchFamily="18" charset="0"/>
              </a:rPr>
              <a:t>Imaging</a:t>
            </a:r>
            <a:r>
              <a:rPr lang="en-US" sz="2200"/>
              <a:t> –</a:t>
            </a:r>
          </a:p>
          <a:p>
            <a:pPr lvl="1"/>
            <a:r>
              <a:rPr lang="en-US" sz="2200"/>
              <a:t>Ultrasound: More common for children and pregnant women</a:t>
            </a:r>
          </a:p>
          <a:p>
            <a:pPr lvl="1"/>
            <a:r>
              <a:rPr lang="en-US" sz="2200"/>
              <a:t>CT Scan: Gold standard for diagnosing appendicitis in adults</a:t>
            </a:r>
          </a:p>
          <a:p>
            <a:r>
              <a:rPr lang="en-US" sz="2200"/>
              <a:t>Lab work – </a:t>
            </a:r>
          </a:p>
          <a:p>
            <a:pPr lvl="1"/>
            <a:r>
              <a:rPr lang="en-US" sz="2200"/>
              <a:t>Elevated WBCs indicating infection</a:t>
            </a:r>
          </a:p>
          <a:p>
            <a:endParaRPr lang="en-US" sz="2200" err="1"/>
          </a:p>
        </p:txBody>
      </p:sp>
    </p:spTree>
    <p:extLst>
      <p:ext uri="{BB962C8B-B14F-4D97-AF65-F5344CB8AC3E}">
        <p14:creationId xmlns:p14="http://schemas.microsoft.com/office/powerpoint/2010/main" val="3032154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104CAD-1993-DB9A-2F11-63DBD7C43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101" y="0"/>
            <a:ext cx="3685134" cy="6175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A9D0FE-9FA8-FF15-4E3E-25CA1B89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Nursing interventions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4BEE-A224-BDEC-AFBF-6BCE6215D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765" y="1701800"/>
            <a:ext cx="7990436" cy="4457699"/>
          </a:xfrm>
        </p:spPr>
        <p:txBody>
          <a:bodyPr>
            <a:noAutofit/>
          </a:bodyPr>
          <a:lstStyle/>
          <a:p>
            <a:r>
              <a:rPr lang="en-US" sz="2200">
                <a:latin typeface="Amasis MT Pro" panose="02040504050005020304" pitchFamily="18" charset="0"/>
              </a:rPr>
              <a:t>Preoperative care: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Assess pain &amp; treat with analgesics 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Keep patient NPO in prep for surgery 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Administer IVF &amp; IV antibiotics as ordered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Ensure consent form is completed &amp; in chart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Monitor for signs &amp; symptoms of rupture (momentary relief &amp; then increased pain)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Ensure lab work is completed and in chart for day of surgery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Report any abnormal labs </a:t>
            </a:r>
          </a:p>
          <a:p>
            <a:endParaRPr lang="en-US" sz="2200">
              <a:latin typeface="Amasis MT Pro" panose="020405040500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AD44D5-7535-D5F0-319F-3B850A4D6ADE}"/>
              </a:ext>
            </a:extLst>
          </p:cNvPr>
          <p:cNvSpPr txBox="1">
            <a:spLocks/>
          </p:cNvSpPr>
          <p:nvPr/>
        </p:nvSpPr>
        <p:spPr>
          <a:xfrm>
            <a:off x="6210300" y="6311901"/>
            <a:ext cx="5981700" cy="5460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>
                <a:latin typeface="Amasis MT Pro" panose="02040504050005020304" pitchFamily="18" charset="0"/>
              </a:rPr>
              <a:t>***Medical orders to be completed “as ordered” </a:t>
            </a:r>
          </a:p>
        </p:txBody>
      </p:sp>
    </p:spTree>
    <p:extLst>
      <p:ext uri="{BB962C8B-B14F-4D97-AF65-F5344CB8AC3E}">
        <p14:creationId xmlns:p14="http://schemas.microsoft.com/office/powerpoint/2010/main" val="3318434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1EEA-0218-7171-0906-5814AD2A7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1730B-9802-0B14-643C-A587E343A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500" y="1581406"/>
            <a:ext cx="6438900" cy="4444489"/>
          </a:xfrm>
        </p:spPr>
        <p:txBody>
          <a:bodyPr>
            <a:noAutofit/>
          </a:bodyPr>
          <a:lstStyle/>
          <a:p>
            <a:r>
              <a:rPr lang="en-US" sz="2200">
                <a:latin typeface="Amasis MT Pro" panose="02040504050005020304" pitchFamily="18" charset="0"/>
              </a:rPr>
              <a:t>Postoperative care: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Monitor frequent vital signs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Manage pain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Encourage deep breathing &amp; early ambulation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Administer IVF &amp; IV antibiotics as ordered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Surgical site care &amp; monitoring for S&amp;S of infection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Drain management </a:t>
            </a:r>
          </a:p>
          <a:p>
            <a:pPr lvl="1"/>
            <a:r>
              <a:rPr lang="en-US" sz="2200">
                <a:latin typeface="Amasis MT Pro" panose="02040504050005020304" pitchFamily="18" charset="0"/>
              </a:rPr>
              <a:t>Report any abnormal new/worsening symptoms to provider</a:t>
            </a:r>
          </a:p>
          <a:p>
            <a:pPr lvl="1"/>
            <a:endParaRPr lang="en-US" sz="2200">
              <a:latin typeface="Amasis MT Pro" panose="02040504050005020304" pitchFamily="18" charset="0"/>
            </a:endParaRPr>
          </a:p>
          <a:p>
            <a:endParaRPr lang="en-US" sz="2200">
              <a:latin typeface="Amasis MT Pro" panose="020405040500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093C59-ACEE-260B-BD46-4AAB7493B9E5}"/>
              </a:ext>
            </a:extLst>
          </p:cNvPr>
          <p:cNvSpPr txBox="1">
            <a:spLocks/>
          </p:cNvSpPr>
          <p:nvPr/>
        </p:nvSpPr>
        <p:spPr>
          <a:xfrm>
            <a:off x="0" y="6311901"/>
            <a:ext cx="5981700" cy="5460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>
                <a:latin typeface="Amasis MT Pro" panose="02040504050005020304" pitchFamily="18" charset="0"/>
              </a:rPr>
              <a:t>***Medical orders to be completed “as ordered”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1457C5-77A9-1F34-1091-586DFA1E1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33"/>
          <a:stretch/>
        </p:blipFill>
        <p:spPr bwMode="auto">
          <a:xfrm>
            <a:off x="797473" y="722563"/>
            <a:ext cx="4294168" cy="542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E0DBB0-09CE-B93B-8C7B-A66F4D01B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400" y="832105"/>
            <a:ext cx="5676900" cy="58420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/>
              <a:t>Nursing interventions</a:t>
            </a:r>
          </a:p>
        </p:txBody>
      </p:sp>
    </p:spTree>
    <p:extLst>
      <p:ext uri="{BB962C8B-B14F-4D97-AF65-F5344CB8AC3E}">
        <p14:creationId xmlns:p14="http://schemas.microsoft.com/office/powerpoint/2010/main" val="198282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94F9-8668-49FC-63AA-87E24DA1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5ADDD-B59B-8B70-FDE5-F8B8FF49D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5963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ChronicleVTI</vt:lpstr>
      <vt:lpstr>appendicitis</vt:lpstr>
      <vt:lpstr>PowerPoint Presentation</vt:lpstr>
      <vt:lpstr>What is the appendix?</vt:lpstr>
      <vt:lpstr>GI  Anatomy</vt:lpstr>
      <vt:lpstr>Gi assessment</vt:lpstr>
      <vt:lpstr>Signs &amp; symptoms</vt:lpstr>
      <vt:lpstr>appendicitis</vt:lpstr>
      <vt:lpstr>diagnostics</vt:lpstr>
      <vt:lpstr>Nursing interventions</vt:lpstr>
      <vt:lpstr>Nursing interventions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Chrissy McCain</dc:creator>
  <cp:revision>1</cp:revision>
  <dcterms:created xsi:type="dcterms:W3CDTF">2025-04-22T22:02:35Z</dcterms:created>
  <dcterms:modified xsi:type="dcterms:W3CDTF">2025-04-29T16:18:39Z</dcterms:modified>
</cp:coreProperties>
</file>